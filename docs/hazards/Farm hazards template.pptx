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05613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69eec684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e69eec684e_0_0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69eec684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69eec684e_0_7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69eec684e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e69eec684e_0_12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69eec684e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e69eec684e_0_19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69eec684e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e69eec684e_0_33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69eec684e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21463" cy="37258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e69eec684e_0_24:notes"/>
          <p:cNvSpPr txBox="1">
            <a:spLocks noGrp="1"/>
          </p:cNvSpPr>
          <p:nvPr>
            <p:ph type="body" idx="1"/>
          </p:nvPr>
        </p:nvSpPr>
        <p:spPr>
          <a:xfrm>
            <a:off x="680562" y="4721186"/>
            <a:ext cx="5444490" cy="44727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9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Farm hazards template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17330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Autumn Farm Assessment</a:t>
            </a:r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564750" y="2730000"/>
            <a:ext cx="8014500" cy="13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75" i="1">
                <a:solidFill>
                  <a:schemeClr val="dk1"/>
                </a:solidFill>
              </a:rPr>
              <a:t>Instructions: </a:t>
            </a:r>
            <a:endParaRPr sz="2275" i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" sz="2275" i="1">
                <a:solidFill>
                  <a:schemeClr val="dk1"/>
                </a:solidFill>
              </a:rPr>
              <a:t>Use this outline to build your presentation. Replace the bracketed text with your own research and images.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9377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1125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2450" b="1"/>
              <a:t>Slide 1: Title Slide</a:t>
            </a:r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9252600" cy="28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245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n" sz="2275" b="1">
                <a:solidFill>
                  <a:schemeClr val="dk1"/>
                </a:solidFill>
              </a:rPr>
              <a:t>Title:</a:t>
            </a:r>
            <a:r>
              <a:rPr lang="en" sz="2275">
                <a:solidFill>
                  <a:schemeClr val="dk1"/>
                </a:solidFill>
              </a:rPr>
              <a:t> Farm Safety Audit: [Insert Your Zone Name]</a:t>
            </a: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75" b="1">
                <a:solidFill>
                  <a:schemeClr val="dk1"/>
                </a:solidFill>
              </a:rPr>
              <a:t>Presented by:</a:t>
            </a:r>
            <a:r>
              <a:rPr lang="en" sz="2275">
                <a:solidFill>
                  <a:schemeClr val="dk1"/>
                </a:solidFill>
              </a:rPr>
              <a:t> [Student Names]</a:t>
            </a: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75">
                <a:solidFill>
                  <a:schemeClr val="dk1"/>
                </a:solidFill>
              </a:rPr>
              <a:t>[Insert a photo of your zone at the KVC farm]</a:t>
            </a:r>
            <a:endParaRPr sz="2275">
              <a:solidFill>
                <a:schemeClr val="dk1"/>
              </a:solidFill>
            </a:endParaRPr>
          </a:p>
          <a:p>
            <a:pPr marL="38100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50" b="1"/>
              <a:t>Slide 2: The Hazard Register</a:t>
            </a:r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2275" i="1">
                <a:solidFill>
                  <a:schemeClr val="dk1"/>
                </a:solidFill>
              </a:rPr>
              <a:t>Create a table with the following columns:</a:t>
            </a:r>
            <a:endParaRPr sz="2275" i="1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b="1">
                <a:solidFill>
                  <a:schemeClr val="dk1"/>
                </a:solidFill>
              </a:rPr>
              <a:t>Hazard:</a:t>
            </a:r>
            <a:r>
              <a:rPr lang="en" sz="2275">
                <a:solidFill>
                  <a:schemeClr val="dk1"/>
                </a:solidFill>
              </a:rPr>
              <a:t> (General, Zone-Specific, and Bonus Tool)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b="1">
                <a:solidFill>
                  <a:schemeClr val="dk1"/>
                </a:solidFill>
              </a:rPr>
              <a:t>Harm:</a:t>
            </a:r>
            <a:r>
              <a:rPr lang="en" sz="2275">
                <a:solidFill>
                  <a:schemeClr val="dk1"/>
                </a:solidFill>
              </a:rPr>
              <a:t> (What could happen?)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b="1">
                <a:solidFill>
                  <a:schemeClr val="dk1"/>
                </a:solidFill>
              </a:rPr>
              <a:t>Risk Level:</a:t>
            </a:r>
            <a:r>
              <a:rPr lang="en" sz="2275">
                <a:solidFill>
                  <a:schemeClr val="dk1"/>
                </a:solidFill>
              </a:rPr>
              <a:t> (1-5)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b="1">
                <a:solidFill>
                  <a:schemeClr val="dk1"/>
                </a:solidFill>
              </a:rPr>
              <a:t>Control:</a:t>
            </a:r>
            <a:r>
              <a:rPr lang="en" sz="2275">
                <a:solidFill>
                  <a:schemeClr val="dk1"/>
                </a:solidFill>
              </a:rPr>
              <a:t> (How do we Eliminate or Minimise this?)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50" b="1"/>
              <a:t>Slide 3: Tool Expert Deep Dive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75" name="Google Shape;75;p16"/>
          <p:cNvSpPr txBox="1"/>
          <p:nvPr/>
        </p:nvSpPr>
        <p:spPr>
          <a:xfrm>
            <a:off x="1018175" y="1429800"/>
            <a:ext cx="9498300" cy="26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endParaRPr sz="245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n" sz="2275" b="1">
                <a:solidFill>
                  <a:schemeClr val="dk1"/>
                </a:solidFill>
              </a:rPr>
              <a:t>The Tool:</a:t>
            </a:r>
            <a:r>
              <a:rPr lang="en" sz="2275">
                <a:solidFill>
                  <a:schemeClr val="dk1"/>
                </a:solidFill>
              </a:rPr>
              <a:t> [Insert Name and Photo of Tool]</a:t>
            </a: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75" b="1">
                <a:solidFill>
                  <a:schemeClr val="dk1"/>
                </a:solidFill>
              </a:rPr>
              <a:t>Safety Checklist:</a:t>
            </a:r>
            <a:r>
              <a:rPr lang="en" sz="2275">
                <a:solidFill>
                  <a:schemeClr val="dk1"/>
                </a:solidFill>
              </a:rPr>
              <a:t> (3-5 points on how to use it safely)</a:t>
            </a: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75" b="1">
                <a:solidFill>
                  <a:schemeClr val="dk1"/>
                </a:solidFill>
              </a:rPr>
              <a:t>Maintenance:</a:t>
            </a:r>
            <a:r>
              <a:rPr lang="en" sz="2275">
                <a:solidFill>
                  <a:schemeClr val="dk1"/>
                </a:solidFill>
              </a:rPr>
              <a:t> (How do we clean or store it?)</a:t>
            </a:r>
            <a:endParaRPr sz="2275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5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191550"/>
            <a:ext cx="8520600" cy="11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50" b="1"/>
              <a:t>Slide 4: Poster #1 - Warning Sign (each individual picks a hazard and makes a sign)</a:t>
            </a:r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311700" y="1329750"/>
            <a:ext cx="7955400" cy="28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endParaRPr sz="245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n" sz="2275" i="1">
                <a:solidFill>
                  <a:schemeClr val="dk1"/>
                </a:solidFill>
              </a:rPr>
              <a:t>Display your high-contrast warning poster here. It should include:</a:t>
            </a:r>
            <a:endParaRPr sz="2275" i="1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>
                <a:solidFill>
                  <a:schemeClr val="dk1"/>
                </a:solidFill>
              </a:rPr>
              <a:t>Bold heading (e.g., DANGER or CAUTION).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>
                <a:solidFill>
                  <a:schemeClr val="dk1"/>
                </a:solidFill>
              </a:rPr>
              <a:t>Standard safety icons (Yellow triangles or Red circles).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>
                <a:solidFill>
                  <a:schemeClr val="dk1"/>
                </a:solidFill>
              </a:rPr>
              <a:t>Minimal text.</a:t>
            </a:r>
            <a:endParaRPr sz="2275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endParaRPr sz="245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11700" y="1253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Script and contribution to the farm safety video</a:t>
            </a:r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18258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part of the overall assessment we are going to record a class safety video for next term’s class. We are working on a map as a class of where we will go as we record this video.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For example: the idea is if gumboots are important than record the information about this somewhere on the farm that is muddy.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164225" y="410575"/>
            <a:ext cx="7446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" sz="2450" b="1">
                <a:solidFill>
                  <a:schemeClr val="dk1"/>
                </a:solidFill>
              </a:rPr>
              <a:t>Slide 5: Instructional class video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1125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50" b="1"/>
              <a:t>Slide 6: Poster #2 - Instructional Guide</a:t>
            </a:r>
            <a:endParaRPr/>
          </a:p>
        </p:txBody>
      </p:sp>
      <p:sp>
        <p:nvSpPr>
          <p:cNvPr id="96" name="Google Shape;96;p19"/>
          <p:cNvSpPr txBox="1"/>
          <p:nvPr/>
        </p:nvSpPr>
        <p:spPr>
          <a:xfrm>
            <a:off x="311700" y="574625"/>
            <a:ext cx="7364100" cy="32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endParaRPr sz="245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n" sz="2275" i="1" dirty="0">
                <a:solidFill>
                  <a:schemeClr val="dk1"/>
                </a:solidFill>
              </a:rPr>
              <a:t>Display your "How-To" guide for your Bonus Tool. It should include:</a:t>
            </a:r>
            <a:endParaRPr sz="2275" i="1" dirty="0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dirty="0">
                <a:solidFill>
                  <a:schemeClr val="dk1"/>
                </a:solidFill>
              </a:rPr>
              <a:t>Step-by-step numbered instructions.</a:t>
            </a:r>
          </a:p>
          <a:p>
            <a:pPr marL="7937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</a:pPr>
            <a:endParaRPr sz="2275" dirty="0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dirty="0">
                <a:solidFill>
                  <a:schemeClr val="dk1"/>
                </a:solidFill>
              </a:rPr>
              <a:t>Clear diagrams or photos </a:t>
            </a:r>
          </a:p>
          <a:p>
            <a:pPr marL="7937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</a:pPr>
            <a:r>
              <a:rPr lang="en" sz="2275" dirty="0">
                <a:solidFill>
                  <a:schemeClr val="dk1"/>
                </a:solidFill>
              </a:rPr>
              <a:t>of the tool in use.</a:t>
            </a:r>
          </a:p>
          <a:p>
            <a:pPr marL="7937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</a:pPr>
            <a:endParaRPr sz="2275" dirty="0">
              <a:solidFill>
                <a:schemeClr val="dk1"/>
              </a:solidFill>
            </a:endParaRPr>
          </a:p>
          <a:p>
            <a:pPr marL="381000" lvl="0" indent="-373063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  <a:buChar char="●"/>
            </a:pPr>
            <a:r>
              <a:rPr lang="en" sz="2275" dirty="0">
                <a:solidFill>
                  <a:schemeClr val="dk1"/>
                </a:solidFill>
              </a:rPr>
              <a:t>PPE requirements </a:t>
            </a:r>
          </a:p>
          <a:p>
            <a:pPr marL="7937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75"/>
            </a:pPr>
            <a:r>
              <a:rPr lang="en" sz="2275" dirty="0">
                <a:solidFill>
                  <a:schemeClr val="dk1"/>
                </a:solidFill>
              </a:rPr>
              <a:t>(e.g., "Must wear gloves").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43B010-DBD3-3BAB-8123-AE51A881CE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343" y="2200043"/>
            <a:ext cx="3429957" cy="2571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</Words>
  <Application>Microsoft Office PowerPoint</Application>
  <PresentationFormat>On-screen Show (16:9)</PresentationFormat>
  <Paragraphs>44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Farm hazards template</vt:lpstr>
      <vt:lpstr>Slide 1: Title Slide</vt:lpstr>
      <vt:lpstr>Slide 2: The Hazard Register</vt:lpstr>
      <vt:lpstr>Slide 3: Tool Expert Deep Dive</vt:lpstr>
      <vt:lpstr>Slide 4: Poster #1 - Warning Sign (each individual picks a hazard and makes a sign)</vt:lpstr>
      <vt:lpstr>Script and contribution to the farm safety video</vt:lpstr>
      <vt:lpstr>Slide 6: Poster #2 - Instructional Guide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Anthony Davidson</cp:lastModifiedBy>
  <cp:revision>1</cp:revision>
  <cp:lastPrinted>2026-05-18T21:38:38Z</cp:lastPrinted>
  <dcterms:modified xsi:type="dcterms:W3CDTF">2026-05-19T02:50:23Z</dcterms:modified>
</cp:coreProperties>
</file>